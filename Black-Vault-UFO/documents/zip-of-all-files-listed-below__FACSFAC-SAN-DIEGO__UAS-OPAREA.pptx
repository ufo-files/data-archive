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5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9EE8-F248-485D-9EE7-C2A3AED7BE7E}" type="datetimeFigureOut">
              <a:rPr lang="en-US" smtClean="0"/>
              <a:t>7/23/2019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7B9C7-D4D6-4349-94F4-6E44E29E0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47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9EE8-F248-485D-9EE7-C2A3AED7BE7E}" type="datetimeFigureOut">
              <a:rPr lang="en-US" smtClean="0"/>
              <a:t>7/23/2019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7B9C7-D4D6-4349-94F4-6E44E29E0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63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9EE8-F248-485D-9EE7-C2A3AED7BE7E}" type="datetimeFigureOut">
              <a:rPr lang="en-US" smtClean="0"/>
              <a:t>7/23/2019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7B9C7-D4D6-4349-94F4-6E44E29E0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64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9EE8-F248-485D-9EE7-C2A3AED7BE7E}" type="datetimeFigureOut">
              <a:rPr lang="en-US" smtClean="0"/>
              <a:t>7/23/2019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7B9C7-D4D6-4349-94F4-6E44E29E0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44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9EE8-F248-485D-9EE7-C2A3AED7BE7E}" type="datetimeFigureOut">
              <a:rPr lang="en-US" smtClean="0"/>
              <a:t>7/23/2019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7B9C7-D4D6-4349-94F4-6E44E29E0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2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9EE8-F248-485D-9EE7-C2A3AED7BE7E}" type="datetimeFigureOut">
              <a:rPr lang="en-US" smtClean="0"/>
              <a:t>7/23/2019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7B9C7-D4D6-4349-94F4-6E44E29E0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27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9EE8-F248-485D-9EE7-C2A3AED7BE7E}" type="datetimeFigureOut">
              <a:rPr lang="en-US" smtClean="0"/>
              <a:t>7/23/2019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7B9C7-D4D6-4349-94F4-6E44E29E0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27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9EE8-F248-485D-9EE7-C2A3AED7BE7E}" type="datetimeFigureOut">
              <a:rPr lang="en-US" smtClean="0"/>
              <a:t>7/23/2019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7B9C7-D4D6-4349-94F4-6E44E29E0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91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9EE8-F248-485D-9EE7-C2A3AED7BE7E}" type="datetimeFigureOut">
              <a:rPr lang="en-US" smtClean="0"/>
              <a:t>7/23/2019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7B9C7-D4D6-4349-94F4-6E44E29E0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20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9EE8-F248-485D-9EE7-C2A3AED7BE7E}" type="datetimeFigureOut">
              <a:rPr lang="en-US" smtClean="0"/>
              <a:t>7/23/2019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7B9C7-D4D6-4349-94F4-6E44E29E0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81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9EE8-F248-485D-9EE7-C2A3AED7BE7E}" type="datetimeFigureOut">
              <a:rPr lang="en-US" smtClean="0"/>
              <a:t>7/23/2019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7B9C7-D4D6-4349-94F4-6E44E29E0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84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B9EE8-F248-485D-9EE7-C2A3AED7BE7E}" type="datetimeFigureOut">
              <a:rPr lang="en-US" smtClean="0"/>
              <a:t>7/23/2019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7B9C7-D4D6-4349-94F4-6E44E29E0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76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6C6342-37CE-47AC-9D9E-B1A9A68B77C6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>
                <a:defRPr/>
              </a:pPr>
              <a:t>1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8675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1524000" y="274638"/>
            <a:ext cx="8229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altLang="en-US" dirty="0" smtClean="0"/>
              <a:t>	UAS OPAREAS</a:t>
            </a:r>
          </a:p>
        </p:txBody>
      </p:sp>
      <p:pic>
        <p:nvPicPr>
          <p:cNvPr id="2867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700" y="1295400"/>
            <a:ext cx="5359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722804" y="1828801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693752" y="2569103"/>
            <a:ext cx="1314992" cy="2462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Fire </a:t>
            </a:r>
            <a:r>
              <a:rPr lang="en-US" sz="1000" dirty="0" smtClean="0"/>
              <a:t>Scout/Scan Eagle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084152" y="2384553"/>
            <a:ext cx="609600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Outlaw</a:t>
            </a:r>
          </a:p>
          <a:p>
            <a:pPr algn="ctr"/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443904" y="1905001"/>
            <a:ext cx="669192" cy="2462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Puma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7639" y="3029130"/>
            <a:ext cx="612531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Counter UAS quadcopter</a:t>
            </a:r>
            <a:endParaRPr 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5778500" y="2327349"/>
            <a:ext cx="669192" cy="2462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Puma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3234" y="2675187"/>
            <a:ext cx="612531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Counter UAS quadcopter</a:t>
            </a:r>
            <a:endParaRPr lang="en-US" sz="1000" dirty="0"/>
          </a:p>
        </p:txBody>
      </p:sp>
      <p:sp>
        <p:nvSpPr>
          <p:cNvPr id="9" name="TextBox 8"/>
          <p:cNvSpPr txBox="1"/>
          <p:nvPr/>
        </p:nvSpPr>
        <p:spPr>
          <a:xfrm>
            <a:off x="-69323" y="986988"/>
            <a:ext cx="3813801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Puma are normally flown by</a:t>
            </a:r>
          </a:p>
          <a:p>
            <a:r>
              <a:rPr lang="en-US" dirty="0" smtClean="0"/>
              <a:t>NSW surface to 1.5K.</a:t>
            </a:r>
          </a:p>
          <a:p>
            <a:endParaRPr lang="en-US" dirty="0"/>
          </a:p>
          <a:p>
            <a:r>
              <a:rPr lang="en-US" dirty="0" smtClean="0"/>
              <a:t>Outlaws are targets for GUNEX</a:t>
            </a:r>
          </a:p>
          <a:p>
            <a:r>
              <a:rPr lang="en-US" dirty="0" smtClean="0"/>
              <a:t>Or TRACKEX during fleet training.</a:t>
            </a:r>
          </a:p>
          <a:p>
            <a:endParaRPr lang="en-US" dirty="0" smtClean="0"/>
          </a:p>
          <a:p>
            <a:r>
              <a:rPr lang="en-US" dirty="0" smtClean="0"/>
              <a:t>Fire Scouts are </a:t>
            </a:r>
            <a:r>
              <a:rPr lang="en-US" dirty="0" err="1" smtClean="0"/>
              <a:t>Helo</a:t>
            </a:r>
            <a:r>
              <a:rPr lang="en-US" dirty="0" smtClean="0"/>
              <a:t> type(UAS) aircraft </a:t>
            </a:r>
          </a:p>
          <a:p>
            <a:r>
              <a:rPr lang="en-US" dirty="0" smtClean="0"/>
              <a:t>That operate SFC-10K off of an</a:t>
            </a:r>
          </a:p>
          <a:p>
            <a:r>
              <a:rPr lang="en-US" dirty="0" smtClean="0"/>
              <a:t>LCS.</a:t>
            </a:r>
          </a:p>
          <a:p>
            <a:endParaRPr lang="en-US" dirty="0"/>
          </a:p>
          <a:p>
            <a:r>
              <a:rPr lang="en-US" dirty="0" smtClean="0"/>
              <a:t>Scan Eagles are in support of the</a:t>
            </a:r>
          </a:p>
          <a:p>
            <a:r>
              <a:rPr lang="en-US" dirty="0" smtClean="0"/>
              <a:t>COAST Guard and </a:t>
            </a:r>
            <a:r>
              <a:rPr lang="en-US" smtClean="0"/>
              <a:t>operate </a:t>
            </a:r>
            <a:r>
              <a:rPr lang="en-US" smtClean="0"/>
              <a:t>SFC-3K</a:t>
            </a:r>
            <a:endParaRPr lang="en-US" dirty="0" smtClean="0"/>
          </a:p>
          <a:p>
            <a:r>
              <a:rPr lang="en-US" dirty="0" smtClean="0"/>
              <a:t>Off Cutters.</a:t>
            </a:r>
          </a:p>
          <a:p>
            <a:endParaRPr lang="en-US" dirty="0"/>
          </a:p>
          <a:p>
            <a:r>
              <a:rPr lang="en-US" dirty="0" smtClean="0"/>
              <a:t>Quadcopters operate SFC to 500ft</a:t>
            </a:r>
          </a:p>
          <a:p>
            <a:r>
              <a:rPr lang="en-US" dirty="0" smtClean="0"/>
              <a:t>In support of counter UAS training </a:t>
            </a:r>
          </a:p>
          <a:p>
            <a:r>
              <a:rPr lang="en-US" dirty="0" smtClean="0"/>
              <a:t>Conducted by 3</a:t>
            </a:r>
            <a:r>
              <a:rPr lang="en-US" baseline="30000" dirty="0" smtClean="0"/>
              <a:t>rd</a:t>
            </a:r>
            <a:r>
              <a:rPr lang="en-US" dirty="0" smtClean="0"/>
              <a:t> Fleet.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217152" y="1905001"/>
            <a:ext cx="25328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UAS’s not listed</a:t>
            </a:r>
          </a:p>
          <a:p>
            <a:r>
              <a:rPr lang="en-US" dirty="0" smtClean="0"/>
              <a:t>MQ-4 - operate above 45K in all of 291.</a:t>
            </a:r>
          </a:p>
          <a:p>
            <a:endParaRPr lang="en-US" dirty="0" smtClean="0"/>
          </a:p>
          <a:p>
            <a:r>
              <a:rPr lang="en-US" dirty="0" smtClean="0"/>
              <a:t>MQ-9 – operate 20K-30K</a:t>
            </a:r>
          </a:p>
          <a:p>
            <a:r>
              <a:rPr lang="en-US" dirty="0" smtClean="0"/>
              <a:t>Over the areas listed Fire Scout, Outlaw and Puma.</a:t>
            </a:r>
          </a:p>
          <a:p>
            <a:endParaRPr lang="en-US" dirty="0" smtClean="0"/>
          </a:p>
          <a:p>
            <a:r>
              <a:rPr lang="en-US" dirty="0" smtClean="0"/>
              <a:t>Small experimental UAS aircraft at VC-3 or NOTS pier located on San Clemente. </a:t>
            </a:r>
            <a:endParaRPr lang="en-US" dirty="0"/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189845" y="3737016"/>
            <a:ext cx="503907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Fire </a:t>
            </a:r>
            <a:r>
              <a:rPr lang="en-US" sz="1000" dirty="0" smtClean="0"/>
              <a:t>Scout</a:t>
            </a:r>
          </a:p>
          <a:p>
            <a:endParaRPr lang="en-US" sz="1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96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124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 UAS OPAREAS</vt:lpstr>
    </vt:vector>
  </TitlesOfParts>
  <Company>HPES NMCI 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UAS Operations last 30 days</dc:title>
  <dc:creator>Brown, Loren E FACSFAC SAN DIEGO</dc:creator>
  <cp:lastModifiedBy>Brown, Loren E FACSFAC SAN DIEGO</cp:lastModifiedBy>
  <cp:revision>9</cp:revision>
  <dcterms:created xsi:type="dcterms:W3CDTF">2019-07-18T22:47:38Z</dcterms:created>
  <dcterms:modified xsi:type="dcterms:W3CDTF">2019-07-23T22:45:46Z</dcterms:modified>
</cp:coreProperties>
</file>